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7" r:id="rId8"/>
    <p:sldId id="264" r:id="rId9"/>
    <p:sldId id="263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2156"/>
    <a:srgbClr val="F2F7FB"/>
    <a:srgbClr val="FDFDFC"/>
    <a:srgbClr val="F4F8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22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B1C83-971B-B79E-49C9-72F0B7A2B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633AF-3E15-31A1-DF46-1CFCE417C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B8E24-0282-A3CA-50BF-CE2F6F05D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AA433-6870-4E00-8A9D-2598B19EBD53}" type="datetimeFigureOut">
              <a:rPr lang="en-IN" smtClean="0"/>
              <a:t>07-10-2026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58777-0A83-0F59-8B8A-C0CB25A59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07CDB-B1A6-F72C-4A04-E86D341CE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33868-ACDC-4ED4-ACF4-CBEEC25540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0509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268F7-FD2E-4E93-F2A4-E3295AC9D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CF8BD-E3DF-D504-BAA1-E9CA83D24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72087-56E9-3810-B789-468BDE5BC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AA433-6870-4E00-8A9D-2598B19EBD53}" type="datetimeFigureOut">
              <a:rPr lang="en-IN" smtClean="0"/>
              <a:t>07-10-2026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4C7CC-E133-A6E0-A92C-1D0532E84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25415-150D-30D1-770D-6E4FC3FA6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33868-ACDC-4ED4-ACF4-CBEEC25540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8292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4F1E3-8782-1C07-567F-4D4BD0058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0E497-0944-5858-A00A-F07A5C0FD2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3360D-6848-2886-3E06-4D2E0A03D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AA433-6870-4E00-8A9D-2598B19EBD53}" type="datetimeFigureOut">
              <a:rPr lang="en-IN" smtClean="0"/>
              <a:t>07-10-2026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2B2E1-4779-7274-95B3-FCA47442D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84428-C4E0-2F37-B036-B31C3CC9C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33868-ACDC-4ED4-ACF4-CBEEC25540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2045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9FD38-1576-CA7B-B7AD-46DF570A1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6EF55-A900-F51B-131E-53F4BC1641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B642CF-657C-7617-B0A0-1F8FF67C2E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FB648D-C38B-E0FD-14AB-6FEE7DFDB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AA433-6870-4E00-8A9D-2598B19EBD53}" type="datetimeFigureOut">
              <a:rPr lang="en-IN" smtClean="0"/>
              <a:t>07-10-2026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4B419-EDA0-C405-3E32-30A0E106E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335F75-9512-E103-8E51-B46985C23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33868-ACDC-4ED4-ACF4-CBEEC25540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696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F4227-616D-0EE4-B8B1-81EFECE40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3FBF0-820B-DA28-43BB-E71E49FBF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0DE1E4-1864-D9CC-A04D-7B91767FD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23AF27-4044-94A1-03C5-64139EEC8B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511A1E-5DB2-DEDF-FE32-2BA4B80ACD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A7E8E8-91CD-65ED-C9D1-7A9E14EA5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AA433-6870-4E00-8A9D-2598B19EBD53}" type="datetimeFigureOut">
              <a:rPr lang="en-IN" smtClean="0"/>
              <a:t>07-10-2026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86C1B4-C06E-F923-FC83-8C9318F8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13B552-6146-0A4C-56E4-49A3AA1FB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33868-ACDC-4ED4-ACF4-CBEEC25540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0028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8C9EA-D71D-0605-6921-114C63B69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106E14-B4EB-1116-8939-F062F7BB7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AA433-6870-4E00-8A9D-2598B19EBD53}" type="datetimeFigureOut">
              <a:rPr lang="en-IN" smtClean="0"/>
              <a:t>07-10-2026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93D046-178F-48F6-120D-11F53AE18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86F4BC-B8AA-777E-6D26-05E6B23D6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33868-ACDC-4ED4-ACF4-CBEEC25540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7865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81ED12-EEEE-94AF-FFDE-50578B4B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AA433-6870-4E00-8A9D-2598B19EBD53}" type="datetimeFigureOut">
              <a:rPr lang="en-IN" smtClean="0"/>
              <a:t>07-10-2026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E09829-80A8-4F73-E8C6-DDE2AB38E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9FA6A-CC12-A376-3C61-E9AA43E8E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33868-ACDC-4ED4-ACF4-CBEEC25540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5015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852E3-209E-19A8-5922-CDEC144AE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9E50C-FE4E-282C-930A-A3454641F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2BEB6D-A721-CE86-3025-4B28E2F6A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8DDCCF-A640-62D7-536A-0CDED1481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AA433-6870-4E00-8A9D-2598B19EBD53}" type="datetimeFigureOut">
              <a:rPr lang="en-IN" smtClean="0"/>
              <a:t>07-10-2026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EFC59F-5AFF-948E-3F65-70F2EDED0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09B695-2E4E-E712-D4DA-59B0D11FE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33868-ACDC-4ED4-ACF4-CBEEC25540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7082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D3E0C-A01B-E1EB-03B9-B1284401D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27B1FF-047D-DB96-BAE4-BE75A56C239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74F42B-064B-472D-CA20-5489D93DB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B85C63-6926-A40E-75BA-7AA00F6F8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AA433-6870-4E00-8A9D-2598B19EBD53}" type="datetimeFigureOut">
              <a:rPr lang="en-IN" smtClean="0"/>
              <a:t>07-10-2026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A0458-DCD3-2F36-8A2C-C460E546F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BF5AAD-F803-69B7-7CDA-F08B540D8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33868-ACDC-4ED4-ACF4-CBEEC25540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7783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1B32A-452C-AC60-96CE-1FF293D10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6DB983-93AA-9857-80D7-95BA7324C2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9BE13-C080-10DD-CFAF-EF2B2C977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AA433-6870-4E00-8A9D-2598B19EBD53}" type="datetimeFigureOut">
              <a:rPr lang="en-IN" smtClean="0"/>
              <a:t>07-10-2026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B3094-89BF-E659-9586-5699C5458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E2B25-26A3-982C-1F55-2C4BE6E88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33868-ACDC-4ED4-ACF4-CBEEC25540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0726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80CB26-E3BB-8E5D-9025-08CC9D7AE7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4090BF-36E1-ABC7-23EE-5106F606A5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91672-DBA9-F273-2E90-C0326F0D8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AA433-6870-4E00-8A9D-2598B19EBD53}" type="datetimeFigureOut">
              <a:rPr lang="en-IN" smtClean="0"/>
              <a:t>07-10-2026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015A8-01EA-539E-8308-992A587A4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A727E-D22E-3D19-40F5-EBFC477AB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33868-ACDC-4ED4-ACF4-CBEEC25540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885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29BF77-6950-9B99-5496-0F13D8329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18938-604D-3546-547E-C34B78029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16FF2-6462-26F2-951D-EABA9AF6F8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2AA433-6870-4E00-8A9D-2598B19EBD53}" type="datetimeFigureOut">
              <a:rPr lang="en-IN" smtClean="0"/>
              <a:t>07-10-2026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EA791-6CC3-43B4-6B01-D36468869D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17EF9-9AF4-B003-DED4-CA65D6E8C4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33868-ACDC-4ED4-ACF4-CBEEC25540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5837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633E94-1793-F18C-0478-2398042C0D4B}"/>
              </a:ext>
            </a:extLst>
          </p:cNvPr>
          <p:cNvSpPr/>
          <p:nvPr/>
        </p:nvSpPr>
        <p:spPr>
          <a:xfrm>
            <a:off x="3332480" y="2722880"/>
            <a:ext cx="5638800" cy="538480"/>
          </a:xfrm>
          <a:prstGeom prst="rect">
            <a:avLst/>
          </a:prstGeom>
          <a:solidFill>
            <a:srgbClr val="FDFD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8A6244-3E77-F245-861C-24CFB2D7A8D1}"/>
              </a:ext>
            </a:extLst>
          </p:cNvPr>
          <p:cNvSpPr/>
          <p:nvPr/>
        </p:nvSpPr>
        <p:spPr>
          <a:xfrm>
            <a:off x="3789680" y="1752320"/>
            <a:ext cx="5059680" cy="751840"/>
          </a:xfrm>
          <a:prstGeom prst="rect">
            <a:avLst/>
          </a:prstGeom>
          <a:solidFill>
            <a:srgbClr val="FDFD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BF79DB-B330-B97C-E3CC-E8BE3152B45D}"/>
              </a:ext>
            </a:extLst>
          </p:cNvPr>
          <p:cNvSpPr txBox="1"/>
          <p:nvPr/>
        </p:nvSpPr>
        <p:spPr>
          <a:xfrm>
            <a:off x="3789680" y="1938385"/>
            <a:ext cx="5059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0" i="0" dirty="0">
                <a:effectLst/>
              </a:rPr>
              <a:t>Bridging Ideas Through Computation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85412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6AE641-5ABF-6B59-6BA6-A87FC1B70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929346A-9297-654E-9EEC-AF09CB939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66" y="275550"/>
            <a:ext cx="2561614" cy="405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144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763182-EA53-D720-B048-88F0F867B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7F8A48-C59F-0357-E2D8-5067A12F4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466" y="275550"/>
            <a:ext cx="2561614" cy="405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429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146802-20A3-E8C5-5860-AEE3AFC15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D05026-C807-B78E-CDF0-85BE59832450}"/>
              </a:ext>
            </a:extLst>
          </p:cNvPr>
          <p:cNvSpPr/>
          <p:nvPr/>
        </p:nvSpPr>
        <p:spPr>
          <a:xfrm>
            <a:off x="347241" y="185195"/>
            <a:ext cx="3032568" cy="497711"/>
          </a:xfrm>
          <a:prstGeom prst="rect">
            <a:avLst/>
          </a:prstGeom>
          <a:solidFill>
            <a:srgbClr val="FDFD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2E37DE-278F-0C2B-BE6D-6E8951DA6050}"/>
              </a:ext>
            </a:extLst>
          </p:cNvPr>
          <p:cNvSpPr/>
          <p:nvPr/>
        </p:nvSpPr>
        <p:spPr>
          <a:xfrm>
            <a:off x="1759350" y="2469222"/>
            <a:ext cx="2152891" cy="613458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437B60-CCB7-01AA-F9F4-701D01D27930}"/>
              </a:ext>
            </a:extLst>
          </p:cNvPr>
          <p:cNvSpPr txBox="1"/>
          <p:nvPr/>
        </p:nvSpPr>
        <p:spPr>
          <a:xfrm>
            <a:off x="1707263" y="2360452"/>
            <a:ext cx="22570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142156"/>
                </a:solidFill>
              </a:rPr>
              <a:t>Core Engineering</a:t>
            </a:r>
          </a:p>
        </p:txBody>
      </p:sp>
    </p:spTree>
    <p:extLst>
      <p:ext uri="{BB962C8B-B14F-4D97-AF65-F5344CB8AC3E}">
        <p14:creationId xmlns:p14="http://schemas.microsoft.com/office/powerpoint/2010/main" val="3115963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C8354B-F8CC-5FFA-CA06-ADF82FD62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2762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E89B0B-D9E6-A93C-5E5E-20090BF9C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118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5BFABD-85FB-1CD2-BCEE-85C7FF28A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4FB22D-BB0B-4B76-1770-E445F9AB1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733" y="251640"/>
            <a:ext cx="419136" cy="28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326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979C26-0313-D996-00AA-0406EB869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8773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3538FB-E229-2BE4-14BC-58D0A96B3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5743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7FAC35-2540-EEF4-5190-E9A32917C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1552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</Words>
  <Application>Microsoft Office PowerPoint</Application>
  <PresentationFormat>Widescreen</PresentationFormat>
  <Paragraphs>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Mayank Saini</dc:creator>
  <cp:lastModifiedBy>Mayank Saini</cp:lastModifiedBy>
  <cp:revision>5</cp:revision>
  <dcterms:created xsi:type="dcterms:W3CDTF">2026-10-07T01:56:09Z</dcterms:created>
  <dcterms:modified xsi:type="dcterms:W3CDTF">2026-10-07T07:22:35Z</dcterms:modified>
</cp:coreProperties>
</file>