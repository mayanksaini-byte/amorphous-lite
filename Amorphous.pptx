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A9B6"/>
    <a:srgbClr val="FCFBFB"/>
    <a:srgbClr val="6898C2"/>
    <a:srgbClr val="1E3A61"/>
    <a:srgbClr val="1B3154"/>
    <a:srgbClr val="EDF7FC"/>
    <a:srgbClr val="1D3975"/>
    <a:srgbClr val="F0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85673-7355-4E84-9567-9E0B183FD2A8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240F2-1D86-48AD-A895-92EFD95249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086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240F2-1D86-48AD-A895-92EFD952493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21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1764B-EE16-411A-F417-AACA33533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93892-E87E-CBCD-2481-12A9F4C74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A1A2C-1BB7-9ECA-DF6C-F2230419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8247C-CAAB-A5FC-056A-D4E94865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F1358-0993-BE55-68F9-F106C3AB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014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9ABB-7F5A-3CD0-3DA1-6AF3EAD54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DF3E1-85E5-1D2F-3AE1-6525803F9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AC8D-378B-2E29-D42C-F4559F66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F275D-71C0-B568-C217-3BC5D208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7E387-79B4-01C1-62AF-C6C55FA4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2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3EFAC-C179-8CE6-F52C-0BA49CC6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3BF27-3CC0-E060-D4ED-7544C1EDE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FA785-9027-D47F-7831-2C35D19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F5CD2-B1B4-3C04-3539-954BF9E2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5ABE9-CF40-C15F-7C96-A351DECC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64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637AD-A6B8-F74B-0EC4-D8A5335A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4B84-C1BC-1BF8-39B7-27CFDE16F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A99E9-32A0-53A1-E087-1FE1FA31B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FE574-3221-042D-C82F-467E61932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BB234-EED3-71AF-A2BE-8B9EF83F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5764E-856A-6959-B96C-309A4735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26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9321-49A8-99BE-CBDD-9F3EED9D6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7A7C0-E0CF-09F9-9FA3-AF638B80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E4E09-D20C-92F7-9627-EBE866A42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47F1D-73FE-A449-9AA1-73AB229E6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76CBB-0A68-4FA1-2B6B-109A1D862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8C26E6-6672-3132-62AB-2D722AB1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669C71-2E6C-99D9-BE3D-138E968E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02012-5415-37FF-C8F5-4BD68BFC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42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B193-5197-BC7C-73FC-AD6F491A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ADFC2-E437-5411-7ADC-91776B63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1BBE2-95E1-0CA9-C5B3-0FE68A02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5543B-1442-5A4B-9208-6DA0CEA80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006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CB187-8734-7523-AF40-CF8D64F6A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5055A-8809-255B-23C2-11C36641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410BA-E22D-1B53-9A5F-C48DD6B7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28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0BFA-D16B-C5E4-75A0-D5B32843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B689A-5067-D401-304A-BA295E1F1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DE908-E2F7-C2C1-940A-BF6BBA4C2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78E7-52BE-FC0E-0DAC-B93394A2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35546-2D3C-FFE3-B485-39531A82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F6A5F-9267-7FE8-7EE1-7C1D2FAF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87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FCD27-F278-7FA6-6BDC-6D136C34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D30BC-99D3-F20D-D680-2E06CA728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58162-934C-7F6A-5686-1B94653B8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2D03C-3E38-358F-AED4-390BE13C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B389D-56FA-0E71-6E1F-6162F171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AC881-7E0B-51B1-A8CC-8E68E7B2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45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F673-F363-553B-E073-ADA419F4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14CB7-8871-C1ED-85F1-29EE9996D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963CC-1594-C160-9AB5-1C5A3E7D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8C2E9-737F-7CE8-0D53-1BB65F8C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F80BE-C9D6-95FC-805C-4BCC8259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03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336F2-C6FC-7E5C-1A75-E69B8DE93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8A12D-E3C5-C197-E8A3-544CD45C0A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081EF-CF1C-C5BC-8438-FC3B1F4C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A942A-BC1D-CF71-3813-FF3A4235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472CD-29E5-E2A4-4B85-79FB349B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23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1F41BE-2C9C-A949-9A1D-201EEC87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C46D9-E4A2-9FD2-E5A2-CC2D7804C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94187-4029-3176-FC9A-48D562E06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E934C-1B75-4BE6-B56F-594B4398AAE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02579-10A2-6D7B-CAA4-FA56485B36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A68AD-0945-ECDB-37FF-D6E897348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83D6E-8E3B-4E0B-8F0B-2F99278259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89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41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17C8F-9133-91FF-AE95-2770CF11B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7DF028-069B-CF7E-A5F3-A388C5205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64" y="333510"/>
            <a:ext cx="419136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1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5409C-E55A-A94D-2116-055A614C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C3FA9C-26BD-E6F8-C0CD-47A599619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33" y="251640"/>
            <a:ext cx="419136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4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B7E58-6148-0D35-7DEB-66949CEFA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AB2C5-1B56-4E97-AA87-374168DFC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33" y="251640"/>
            <a:ext cx="419136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8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E6F95-F696-D197-4566-2E81C6C5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630BF-6997-BF89-2F1B-A4EF0E04F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42"/>
          <a:stretch>
            <a:fillRect/>
          </a:stretch>
        </p:blipFill>
        <p:spPr>
          <a:xfrm>
            <a:off x="9123587" y="5516880"/>
            <a:ext cx="2133785" cy="955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99E32D-2406-26A7-2AF7-BDE084876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33" y="251640"/>
            <a:ext cx="419136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22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2EBD6-5C0F-46DC-0D1B-07006133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BA7B1-AC6C-C618-DCFE-BBA5E954F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33" y="251640"/>
            <a:ext cx="419136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02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03071-10EA-9127-DA9C-D85BB5E5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BE7E1-6DC5-E201-693A-3E55D04B8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33" y="251640"/>
            <a:ext cx="419136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4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BFABD-85FB-1CD2-BCEE-85C7FF28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4FB22D-BB0B-4B76-1770-E445F9AB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33" y="251640"/>
            <a:ext cx="419136" cy="28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2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79C26-0313-D996-00AA-0406EB86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77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6AFB6-6CF2-EC1F-2188-0177DA99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812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6A13D-6B85-FFFD-4EE5-D856DBAC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E78AA5-6810-973B-6E9E-43C5426154A1}"/>
              </a:ext>
            </a:extLst>
          </p:cNvPr>
          <p:cNvSpPr/>
          <p:nvPr/>
        </p:nvSpPr>
        <p:spPr>
          <a:xfrm>
            <a:off x="636608" y="5081286"/>
            <a:ext cx="5116010" cy="474561"/>
          </a:xfrm>
          <a:prstGeom prst="rect">
            <a:avLst/>
          </a:prstGeom>
          <a:solidFill>
            <a:srgbClr val="F0F7FD"/>
          </a:solidFill>
          <a:ln>
            <a:solidFill>
              <a:srgbClr val="F0F7F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UPPER COUNCIL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E8E3C-8F72-E991-2382-74301A0B57B8}"/>
              </a:ext>
            </a:extLst>
          </p:cNvPr>
          <p:cNvSpPr/>
          <p:nvPr/>
        </p:nvSpPr>
        <p:spPr>
          <a:xfrm>
            <a:off x="5711190" y="5817870"/>
            <a:ext cx="1588770" cy="190500"/>
          </a:xfrm>
          <a:prstGeom prst="rect">
            <a:avLst/>
          </a:prstGeom>
          <a:solidFill>
            <a:srgbClr val="ED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1D3975"/>
                </a:solidFill>
              </a:rPr>
              <a:t>Multimedia head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0B916D-0D07-4A88-4A4B-38747D8F46B3}"/>
              </a:ext>
            </a:extLst>
          </p:cNvPr>
          <p:cNvSpPr/>
          <p:nvPr/>
        </p:nvSpPr>
        <p:spPr>
          <a:xfrm>
            <a:off x="10313670" y="5817870"/>
            <a:ext cx="1415034" cy="190500"/>
          </a:xfrm>
          <a:prstGeom prst="rect">
            <a:avLst/>
          </a:prstGeom>
          <a:solidFill>
            <a:srgbClr val="ED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1D3975"/>
                </a:solidFill>
              </a:rPr>
              <a:t>Management head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ED2372-AF2B-1CB1-58A7-0FB8FDA8B1ED}"/>
              </a:ext>
            </a:extLst>
          </p:cNvPr>
          <p:cNvSpPr/>
          <p:nvPr/>
        </p:nvSpPr>
        <p:spPr>
          <a:xfrm>
            <a:off x="8099298" y="5817870"/>
            <a:ext cx="1415034" cy="190500"/>
          </a:xfrm>
          <a:prstGeom prst="rect">
            <a:avLst/>
          </a:prstGeom>
          <a:solidFill>
            <a:srgbClr val="EDF7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1D3975"/>
                </a:solidFill>
              </a:rPr>
              <a:t>Outreach Head</a:t>
            </a:r>
          </a:p>
        </p:txBody>
      </p:sp>
    </p:spTree>
    <p:extLst>
      <p:ext uri="{BB962C8B-B14F-4D97-AF65-F5344CB8AC3E}">
        <p14:creationId xmlns:p14="http://schemas.microsoft.com/office/powerpoint/2010/main" val="166666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</Words>
  <Application>Microsoft Office PowerPoint</Application>
  <PresentationFormat>Widescreen</PresentationFormat>
  <Paragraphs>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Mayank Saini</dc:creator>
  <cp:lastModifiedBy>Mayank Saini</cp:lastModifiedBy>
  <cp:revision>5</cp:revision>
  <dcterms:created xsi:type="dcterms:W3CDTF">2026-09-28T01:28:59Z</dcterms:created>
  <dcterms:modified xsi:type="dcterms:W3CDTF">2026-09-29T13:27:35Z</dcterms:modified>
</cp:coreProperties>
</file>